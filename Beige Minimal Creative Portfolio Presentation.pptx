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ebas Neue Bold" charset="1" panose="020B0606020202050201"/>
      <p:regular r:id="rId22"/>
    </p:embeddedFont>
    <p:embeddedFont>
      <p:font typeface="Bebas Neue" charset="1" panose="00000500000000000000"/>
      <p:regular r:id="rId23"/>
    </p:embeddedFont>
    <p:embeddedFont>
      <p:font typeface="Poppins" charset="1" panose="000005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  <p:embeddedFont>
      <p:font typeface="Tex Gyre Bonum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55933" y="3319091"/>
            <a:ext cx="10364653" cy="275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84"/>
              </a:lnSpc>
            </a:pPr>
            <a:r>
              <a:rPr lang="en-US" b="true" sz="20484">
                <a:solidFill>
                  <a:srgbClr val="00000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CULTURA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432087" y="5420948"/>
            <a:ext cx="5012346" cy="781940"/>
            <a:chOff x="0" y="0"/>
            <a:chExt cx="6609980" cy="10311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6545238" cy="967675"/>
            </a:xfrm>
            <a:custGeom>
              <a:avLst/>
              <a:gdLst/>
              <a:ahLst/>
              <a:cxnLst/>
              <a:rect r="r" b="b" t="t" l="l"/>
              <a:pathLst>
                <a:path h="967675" w="6545238">
                  <a:moveTo>
                    <a:pt x="6453770" y="967675"/>
                  </a:moveTo>
                  <a:lnTo>
                    <a:pt x="92710" y="967675"/>
                  </a:lnTo>
                  <a:cubicBezTo>
                    <a:pt x="41910" y="967675"/>
                    <a:pt x="0" y="925765"/>
                    <a:pt x="0" y="874965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6452500" y="0"/>
                  </a:lnTo>
                  <a:cubicBezTo>
                    <a:pt x="6503300" y="0"/>
                    <a:pt x="6545210" y="41910"/>
                    <a:pt x="6545210" y="92710"/>
                  </a:cubicBezTo>
                  <a:lnTo>
                    <a:pt x="6545210" y="873695"/>
                  </a:lnTo>
                  <a:cubicBezTo>
                    <a:pt x="6546479" y="925765"/>
                    <a:pt x="6504570" y="967675"/>
                    <a:pt x="6453770" y="967675"/>
                  </a:cubicBezTo>
                  <a:close/>
                </a:path>
              </a:pathLst>
            </a:custGeom>
            <a:solidFill>
              <a:srgbClr val="DFD8CA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9980" cy="1031175"/>
            </a:xfrm>
            <a:custGeom>
              <a:avLst/>
              <a:gdLst/>
              <a:ahLst/>
              <a:cxnLst/>
              <a:rect r="r" b="b" t="t" l="l"/>
              <a:pathLst>
                <a:path h="1031175" w="6609980">
                  <a:moveTo>
                    <a:pt x="6485520" y="59690"/>
                  </a:moveTo>
                  <a:cubicBezTo>
                    <a:pt x="6521079" y="59690"/>
                    <a:pt x="6550290" y="88900"/>
                    <a:pt x="6550290" y="124460"/>
                  </a:cubicBezTo>
                  <a:lnTo>
                    <a:pt x="6550290" y="906715"/>
                  </a:lnTo>
                  <a:cubicBezTo>
                    <a:pt x="6550290" y="942275"/>
                    <a:pt x="6521079" y="971485"/>
                    <a:pt x="6485520" y="971485"/>
                  </a:cubicBezTo>
                  <a:lnTo>
                    <a:pt x="124460" y="971485"/>
                  </a:lnTo>
                  <a:cubicBezTo>
                    <a:pt x="88900" y="971485"/>
                    <a:pt x="59690" y="942275"/>
                    <a:pt x="59690" y="90671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6485520" y="59690"/>
                  </a:lnTo>
                  <a:moveTo>
                    <a:pt x="6485520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06715"/>
                  </a:lnTo>
                  <a:cubicBezTo>
                    <a:pt x="0" y="975295"/>
                    <a:pt x="55880" y="1031175"/>
                    <a:pt x="124460" y="1031175"/>
                  </a:cubicBezTo>
                  <a:lnTo>
                    <a:pt x="6485520" y="1031175"/>
                  </a:lnTo>
                  <a:cubicBezTo>
                    <a:pt x="6554100" y="1031175"/>
                    <a:pt x="6609980" y="975295"/>
                    <a:pt x="6609980" y="906715"/>
                  </a:cubicBezTo>
                  <a:lnTo>
                    <a:pt x="6609980" y="124460"/>
                  </a:lnTo>
                  <a:cubicBezTo>
                    <a:pt x="6609980" y="55880"/>
                    <a:pt x="6554100" y="0"/>
                    <a:pt x="648552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AutoShape 6" id="6"/>
          <p:cNvSpPr/>
          <p:nvPr/>
        </p:nvSpPr>
        <p:spPr>
          <a:xfrm>
            <a:off x="15992183" y="9248775"/>
            <a:ext cx="12671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" id="7"/>
          <p:cNvGrpSpPr/>
          <p:nvPr/>
        </p:nvGrpSpPr>
        <p:grpSpPr>
          <a:xfrm rot="0">
            <a:off x="16981873" y="1121493"/>
            <a:ext cx="277427" cy="277427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575495" y="1121493"/>
            <a:ext cx="277427" cy="277427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169118" y="1121493"/>
            <a:ext cx="277427" cy="277427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656316" y="5544782"/>
            <a:ext cx="4582676" cy="52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0"/>
              </a:lnSpc>
            </a:pPr>
            <a:r>
              <a:rPr lang="en-US" sz="3043" spc="456">
                <a:solidFill>
                  <a:srgbClr val="000000"/>
                </a:solidFill>
                <a:latin typeface="Bebas Neue"/>
                <a:ea typeface="Bebas Neue"/>
                <a:cs typeface="Bebas Neue"/>
                <a:sym typeface="Bebas Neue"/>
              </a:rPr>
              <a:t>Cultural Bridge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7083" y="8870750"/>
            <a:ext cx="9133834" cy="37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Amine Houboub, Rania Mhani, Jamal Ourty, Abdelmoumen Mazid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3244085" y="1260207"/>
            <a:ext cx="3345964" cy="6620565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1526" t="-11775" r="-11541" b="-5705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346723" y="327141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2"/>
                </a:lnTo>
                <a:lnTo>
                  <a:pt x="0" y="794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3849756" cy="58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sz="336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Inhaltsverzeichnis</a:t>
            </a:r>
          </a:p>
        </p:txBody>
      </p:sp>
      <p:sp>
        <p:nvSpPr>
          <p:cNvPr name="AutoShape 3" id="3"/>
          <p:cNvSpPr/>
          <p:nvPr/>
        </p:nvSpPr>
        <p:spPr>
          <a:xfrm rot="2017">
            <a:off x="1028704" y="1797738"/>
            <a:ext cx="162306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89398" y="2545717"/>
            <a:ext cx="8958751" cy="6148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605" indent="-345302" lvl="1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5B5B5B"/>
                </a:solidFill>
                <a:latin typeface="Canva Sans"/>
                <a:ea typeface="Canva Sans"/>
                <a:cs typeface="Canva Sans"/>
                <a:sym typeface="Canva Sans"/>
              </a:rPr>
              <a:t>UML-Use-Case-Diagramm</a:t>
            </a:r>
          </a:p>
          <a:p>
            <a:pPr algn="l">
              <a:lnSpc>
                <a:spcPts val="4478"/>
              </a:lnSpc>
            </a:pPr>
          </a:p>
          <a:p>
            <a:pPr algn="l" marL="690605" indent="-345302" lvl="1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5B5B5B"/>
                </a:solidFill>
                <a:latin typeface="Canva Sans"/>
                <a:ea typeface="Canva Sans"/>
                <a:cs typeface="Canva Sans"/>
                <a:sym typeface="Canva Sans"/>
              </a:rPr>
              <a:t>UML-Klassendiagramm</a:t>
            </a:r>
          </a:p>
          <a:p>
            <a:pPr algn="l">
              <a:lnSpc>
                <a:spcPts val="4478"/>
              </a:lnSpc>
            </a:pPr>
          </a:p>
          <a:p>
            <a:pPr algn="l" marL="690605" indent="-345302" lvl="1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5B5B5B"/>
                </a:solidFill>
                <a:latin typeface="Canva Sans"/>
                <a:ea typeface="Canva Sans"/>
                <a:cs typeface="Canva Sans"/>
                <a:sym typeface="Canva Sans"/>
              </a:rPr>
              <a:t>2 UML-Aktivitätsdiagramme</a:t>
            </a:r>
          </a:p>
          <a:p>
            <a:pPr algn="l">
              <a:lnSpc>
                <a:spcPts val="4478"/>
              </a:lnSpc>
            </a:pPr>
          </a:p>
          <a:p>
            <a:pPr algn="l" marL="690605" indent="-345302" lvl="1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5B5B5B"/>
                </a:solidFill>
                <a:latin typeface="Canva Sans"/>
                <a:ea typeface="Canva Sans"/>
                <a:cs typeface="Canva Sans"/>
                <a:sym typeface="Canva Sans"/>
              </a:rPr>
              <a:t>2 UML-Sequenzdiagramme</a:t>
            </a:r>
          </a:p>
          <a:p>
            <a:pPr algn="l">
              <a:lnSpc>
                <a:spcPts val="4478"/>
              </a:lnSpc>
            </a:pPr>
          </a:p>
          <a:p>
            <a:pPr algn="l" marL="690605" indent="-345302" lvl="1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5B5B5B"/>
                </a:solidFill>
                <a:latin typeface="Canva Sans"/>
                <a:ea typeface="Canva Sans"/>
                <a:cs typeface="Canva Sans"/>
                <a:sym typeface="Canva Sans"/>
              </a:rPr>
              <a:t>1 UML-Zustandsdiagramm</a:t>
            </a:r>
          </a:p>
          <a:p>
            <a:pPr algn="l">
              <a:lnSpc>
                <a:spcPts val="4478"/>
              </a:lnSpc>
            </a:pPr>
          </a:p>
          <a:p>
            <a:pPr algn="l" marL="690605" indent="-345302" lvl="1">
              <a:lnSpc>
                <a:spcPts val="4478"/>
              </a:lnSpc>
              <a:buFont typeface="Arial"/>
              <a:buChar char="•"/>
            </a:pPr>
            <a:r>
              <a:rPr lang="en-US" sz="3198">
                <a:solidFill>
                  <a:srgbClr val="5B5B5B"/>
                </a:solidFill>
                <a:latin typeface="Canva Sans"/>
                <a:ea typeface="Canva Sans"/>
                <a:cs typeface="Canva Sans"/>
                <a:sym typeface="Canva Sans"/>
              </a:rPr>
              <a:t>GUI-Prototyp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746796" y="486840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22677" y="4685347"/>
            <a:ext cx="7842647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5B5B5B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UML-Use-Case-Diagramm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82644" y="406386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81420" y="-510990"/>
            <a:ext cx="14349488" cy="10797990"/>
          </a:xfrm>
          <a:custGeom>
            <a:avLst/>
            <a:gdLst/>
            <a:ahLst/>
            <a:cxnLst/>
            <a:rect r="r" b="b" t="t" l="l"/>
            <a:pathLst>
              <a:path h="10797990" w="14349488">
                <a:moveTo>
                  <a:pt x="0" y="0"/>
                </a:moveTo>
                <a:lnTo>
                  <a:pt x="14349488" y="0"/>
                </a:lnTo>
                <a:lnTo>
                  <a:pt x="14349488" y="10797990"/>
                </a:lnTo>
                <a:lnTo>
                  <a:pt x="0" y="10797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38030" y="363082"/>
            <a:ext cx="1842541" cy="665618"/>
          </a:xfrm>
          <a:custGeom>
            <a:avLst/>
            <a:gdLst/>
            <a:ahLst/>
            <a:cxnLst/>
            <a:rect r="r" b="b" t="t" l="l"/>
            <a:pathLst>
              <a:path h="665618" w="1842541">
                <a:moveTo>
                  <a:pt x="0" y="0"/>
                </a:moveTo>
                <a:lnTo>
                  <a:pt x="1842540" y="0"/>
                </a:lnTo>
                <a:lnTo>
                  <a:pt x="1842540" y="665618"/>
                </a:lnTo>
                <a:lnTo>
                  <a:pt x="0" y="665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00988" y="4322445"/>
            <a:ext cx="748602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5B5B5B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UML-Klassendiagramm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26042" y="234347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6294" y="0"/>
            <a:ext cx="11955411" cy="10287000"/>
          </a:xfrm>
          <a:custGeom>
            <a:avLst/>
            <a:gdLst/>
            <a:ahLst/>
            <a:cxnLst/>
            <a:rect r="r" b="b" t="t" l="l"/>
            <a:pathLst>
              <a:path h="10287000" w="11955411">
                <a:moveTo>
                  <a:pt x="0" y="0"/>
                </a:moveTo>
                <a:lnTo>
                  <a:pt x="11955412" y="0"/>
                </a:lnTo>
                <a:lnTo>
                  <a:pt x="119554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78872" y="234347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1" y="0"/>
                </a:lnTo>
                <a:lnTo>
                  <a:pt x="2198901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13598" y="4795757"/>
            <a:ext cx="786080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5B5B5B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UML-Aktivitätsdiagramme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905287" y="234347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1" y="0"/>
                </a:lnTo>
                <a:lnTo>
                  <a:pt x="2198901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4982" y="-219006"/>
            <a:ext cx="13578037" cy="10506006"/>
          </a:xfrm>
          <a:custGeom>
            <a:avLst/>
            <a:gdLst/>
            <a:ahLst/>
            <a:cxnLst/>
            <a:rect r="r" b="b" t="t" l="l"/>
            <a:pathLst>
              <a:path h="10506006" w="13578037">
                <a:moveTo>
                  <a:pt x="0" y="0"/>
                </a:moveTo>
                <a:lnTo>
                  <a:pt x="13578036" y="0"/>
                </a:lnTo>
                <a:lnTo>
                  <a:pt x="13578036" y="10506006"/>
                </a:lnTo>
                <a:lnTo>
                  <a:pt x="0" y="10506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33018" y="234347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1" y="0"/>
                </a:lnTo>
                <a:lnTo>
                  <a:pt x="2198901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4793" y="0"/>
            <a:ext cx="13278414" cy="10274173"/>
          </a:xfrm>
          <a:custGeom>
            <a:avLst/>
            <a:gdLst/>
            <a:ahLst/>
            <a:cxnLst/>
            <a:rect r="r" b="b" t="t" l="l"/>
            <a:pathLst>
              <a:path h="10274173" w="13278414">
                <a:moveTo>
                  <a:pt x="0" y="0"/>
                </a:moveTo>
                <a:lnTo>
                  <a:pt x="13278414" y="0"/>
                </a:lnTo>
                <a:lnTo>
                  <a:pt x="13278414" y="10274173"/>
                </a:lnTo>
                <a:lnTo>
                  <a:pt x="0" y="10274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83207" y="234347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50396" y="4685347"/>
            <a:ext cx="718720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5B5B5B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UML-Sequenzdiagramm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52457" y="406386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22659" y="316563"/>
            <a:ext cx="11499070" cy="9567971"/>
          </a:xfrm>
          <a:custGeom>
            <a:avLst/>
            <a:gdLst/>
            <a:ahLst/>
            <a:cxnLst/>
            <a:rect r="r" b="b" t="t" l="l"/>
            <a:pathLst>
              <a:path h="9567971" w="11499070">
                <a:moveTo>
                  <a:pt x="0" y="0"/>
                </a:moveTo>
                <a:lnTo>
                  <a:pt x="11499069" y="0"/>
                </a:lnTo>
                <a:lnTo>
                  <a:pt x="11499069" y="9567971"/>
                </a:lnTo>
                <a:lnTo>
                  <a:pt x="0" y="95679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4" t="-1770" r="-4482" b="-266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51363" y="234347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14402" y="772798"/>
            <a:ext cx="13744160" cy="8614357"/>
          </a:xfrm>
          <a:custGeom>
            <a:avLst/>
            <a:gdLst/>
            <a:ahLst/>
            <a:cxnLst/>
            <a:rect r="r" b="b" t="t" l="l"/>
            <a:pathLst>
              <a:path h="8614357" w="13744160">
                <a:moveTo>
                  <a:pt x="0" y="0"/>
                </a:moveTo>
                <a:lnTo>
                  <a:pt x="13744160" y="0"/>
                </a:lnTo>
                <a:lnTo>
                  <a:pt x="13744160" y="8614357"/>
                </a:lnTo>
                <a:lnTo>
                  <a:pt x="0" y="8614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18" t="-4238" r="-6718" b="-57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80900" y="321806"/>
            <a:ext cx="1956800" cy="706894"/>
          </a:xfrm>
          <a:custGeom>
            <a:avLst/>
            <a:gdLst/>
            <a:ahLst/>
            <a:cxnLst/>
            <a:rect r="r" b="b" t="t" l="l"/>
            <a:pathLst>
              <a:path h="706894" w="1956800">
                <a:moveTo>
                  <a:pt x="0" y="0"/>
                </a:moveTo>
                <a:lnTo>
                  <a:pt x="1956800" y="0"/>
                </a:lnTo>
                <a:lnTo>
                  <a:pt x="1956800" y="706894"/>
                </a:lnTo>
                <a:lnTo>
                  <a:pt x="0" y="706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83563" y="4685347"/>
            <a:ext cx="792087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5B5B5B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UML-Zustandsdiagramm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799627" y="234347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0820" y="0"/>
            <a:ext cx="12166360" cy="10287000"/>
          </a:xfrm>
          <a:custGeom>
            <a:avLst/>
            <a:gdLst/>
            <a:ahLst/>
            <a:cxnLst/>
            <a:rect r="r" b="b" t="t" l="l"/>
            <a:pathLst>
              <a:path h="10287000" w="12166360">
                <a:moveTo>
                  <a:pt x="0" y="0"/>
                </a:moveTo>
                <a:lnTo>
                  <a:pt x="12166360" y="0"/>
                </a:lnTo>
                <a:lnTo>
                  <a:pt x="121663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26042" y="234347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92790" y="3953534"/>
            <a:ext cx="13702419" cy="1005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3"/>
              </a:lnSpc>
            </a:pPr>
            <a:r>
              <a:rPr lang="en-US" sz="2788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https://www.figma.com/make/V9OvpYXPRx1m3Web7UMMZs/Cultura-Mobile-App-Design?p=f&amp;t=ZHxTv78mh8osHcyj-0&amp;fullscreen=1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81075"/>
            <a:ext cx="3501810" cy="58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6"/>
              </a:lnSpc>
            </a:pPr>
            <a:r>
              <a:rPr lang="en-US" sz="336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GUI-Prototyp 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6" y="1938682"/>
            <a:ext cx="16230600" cy="952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746796" y="234347"/>
            <a:ext cx="2198900" cy="794353"/>
          </a:xfrm>
          <a:custGeom>
            <a:avLst/>
            <a:gdLst/>
            <a:ahLst/>
            <a:cxnLst/>
            <a:rect r="r" b="b" t="t" l="l"/>
            <a:pathLst>
              <a:path h="794353" w="2198900">
                <a:moveTo>
                  <a:pt x="0" y="0"/>
                </a:moveTo>
                <a:lnTo>
                  <a:pt x="2198900" y="0"/>
                </a:lnTo>
                <a:lnTo>
                  <a:pt x="2198900" y="794353"/>
                </a:lnTo>
                <a:lnTo>
                  <a:pt x="0" y="794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BF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7329" y="4685347"/>
            <a:ext cx="1125334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Tex Gyre Bonum"/>
                <a:ea typeface="Tex Gyre Bonum"/>
                <a:cs typeface="Tex Gyre Bonum"/>
                <a:sym typeface="Tex Gyre Bonum"/>
              </a:rPr>
              <a:t>Vielen dank für Ihre Aufmerksamkeit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DAG_KyGSOJw</dc:identifier>
  <dcterms:modified xsi:type="dcterms:W3CDTF">2011-08-01T06:04:30Z</dcterms:modified>
  <cp:revision>1</cp:revision>
  <dc:title>Beige Minimal Creative Portfolio Presentation</dc:title>
</cp:coreProperties>
</file>